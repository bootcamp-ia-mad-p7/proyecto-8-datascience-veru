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AEAEA"/>
                </a:solidFill>
              </a:rPr>
              <a:t>Predicción del riesgo de ictus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</a:rPr>
              <a:t>Machine Learning · Bootcamp Data Science / AI Developer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8BDF8"/>
                </a:solidFill>
              </a:rPr>
              <a:t>Proyecto 8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8BDF8"/>
                </a:solidFill>
              </a:rPr>
              <a:t>Primera parte — Idea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</a:rPr>
              <a:t>Presentación al cliente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</a:rPr>
              <a:t>Propósito · Problema · Público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Propósito: modelo de ML que, a partir de datos clínicos de un paciente, devuelve la probabilidad de sufrir un ictus.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Problema que soluciona: cribado temprano del riesgo de ictus, donde la clase positiva (ictus) es minoritaria (4.98 %).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Público objetivo: personal sanitario, equipos de desarrollo y pacientes en campañas de prevención.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</a:rPr>
              <a:t>User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Como personal sanitario, quiero conocer la probabilidad de ictus de un paciente, para priorizar la atención.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Como desarrollador/a, quiero invocar la predicción desde un servicio HTTP (API), para integrarla en una aplicación.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Como paciente, quiero una interfaz sencilla que muestre claramente mi nivel de riesgo.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</a:rPr>
              <a:t>Tecnologías utilizadas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EDA: Pandas, Seaborn, Matplotlib, missingno (notebooks 01–07).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Modelos: scikit-learn, CatBoost, XGBoost, imbalanced-learn.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Productivización: FastAPI, Uvicorn, Pydantic (API REST + frontend).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Base de datos: PostgreSQL (Docker) / SQLite (local).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Tooling: uv, Makefile, pytest, Git, Docker Compose.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</a:rPr>
              <a:t>Estructura del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BACKEND/ — API FastAPI (main.py), adaptador BD (db.py) y frontend (static/).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scripts/ — entrenamiento (train_*), comparativa (compare) y CLI (predict_cli).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models/ — modelo final (catboost_final.pkl) + comparativos + informe.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tests/ — suite de tests pytest + informe.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SDD/ — decisiones de diseño (D1–D13).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dockerfile + docker-compose.yml — contenedor y orquestación.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</a:rPr>
              <a:t>Uso de servidores de despliegue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Planificado en Render (Web Service + PostgreSQL).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Ejecución actual en local: make api → http://127.0.0.1:8000 (frontend + API).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El modelo y la app están listos para contenerizarse y desplegarse.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</a:rPr>
              <a:t>Herramientas de nube y contenedores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Nube (AWS/GCP/Azure/S3/Firebase): No se utiliza — todo se ejecuta en local/Postgres.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Contenedores (Docker): Configurado — docker-compose con 2 servicios (db + api).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Orquestación: docker-compose up -d --build (make docker-up).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Kubernetes: No se utiliza.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</a:rPr>
              <a:t>Repositorio y 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Repo: GitHub — Bootcamp-IA-MAD-P7/Proyecto-8-DataScience-Veru.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Ramas: feature → dev → main (EDA, models, informe, API, database, frontend, docker).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Commits descriptivos en español (feat/, fix/, chore/, docs/).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GitHub Actions: No configurado — verificación manual con make test (24 tests).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</a:rPr>
              <a:t>Flujo de usuario (userflow)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Vía CLI: python scripts/predict_cli.py --age ... --gender ... → probabilidad + veredicto.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Vía API: POST /predict (JSON) → {probabilidad_ictus, clase, riesgo}.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Vía Web: GET / → formulario con 10 campos → gauge + veredicto + historial.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Historial: GET /predictions (guardado en BD).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38BDF8"/>
                </a:solidFill>
              </a:rPr>
              <a:t>Segunda parte — Parte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4A3B8"/>
                </a:solidFill>
              </a:rPr>
              <a:t>Presentación al equipo de desarrollo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</a:rPr>
              <a:t>Implementaciones importantes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Pipeline de preprocesado + modelo (evita data leakage, D6).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Desbalance: scale_pos_weight / class_weight / SMOTE (D2).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Overfitting: |train−test| ≤ 5 puntos (D3.3).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Validación cruzada StratifiedKFold(5) (D5.1) y GridSearchCV (D5.2).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CLI + API REST + Frontend web + BD historial + Docker.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</a:rPr>
              <a:t>Diseño de la base de datos (D11)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Origen 1: data/stroke_dataset.csv (entrenamiento, solo lectura).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Origen 2: tabla predictions en PostgreSQL (producción) o SQLite (local).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Entidad única: prediction (id PK, 10 features + probabilidad, clase, riesgo, created_at).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Sin relaciones ni claves foráneas (modelo sobre paciente puntual).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Endpoints: POST /predict (guarda) y GET /predictions (historial).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</a:rPr>
              <a:t>Paradigma, estructura y patrones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Desarrollo funcional por script, OOP donde aporta (Pydantic, Pipeline).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Patrón: Pipeline de scikit-learn (preprocesado + modelo).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Bootstrap: BACKEND/main.py carga el modelo al arrancar (joblib.load).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EAEAEA"/>
                </a:solidFill>
              </a:rPr>
              <a:t>•  Config por constantes de módulo (THRESHOLD, RANDOM_STATE, FEATURES).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</a:rPr>
              <a:t>Convenciones, repositorio y documentación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Naming: scripts snake_case (train_, predict_, compare_), funciones verbos, clases UpperCamelCase.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Modelos: make train-* → models/&lt;modelo&gt;.pkl; constantes en MAYÚSCULAS_SNAKE.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Docs: README.md, SDD (D1–D13), models/INFORME_MODELOS.md, tests/INFORME_TESTS.md.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API servidor: /health, /predict, /predictions + Swagger /docs.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38BDF8"/>
                </a:solidFill>
              </a:rPr>
              <a:t>Modelo final y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Modelo: CatBoost regularizado (config 'med').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Métricas en test: Recall 0.86 · Precision 0.146 · F1 0.250.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Overfitting: |train − test| ≤ 1.4 puntos (límite 5). 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Tests: 24 tests pasando (make test).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Conclusiones: age domina la importancia; desbalance limita la precisión.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AEAEA"/>
                </a:solidFill>
              </a:rPr>
              <a:t>•  Vías futuras: más variables, despliegue completo en Render.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